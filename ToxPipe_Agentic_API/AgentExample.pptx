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FE12D-3E94-435B-128D-6C7767A1F7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0B76E2-CBD5-E2C3-6299-3A7B1BD4E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FCFC4-0DDC-4D18-9503-AD0CBABAD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57BC-FEBB-49E9-A3FA-DA2EB1F94A6A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D256E-D0AC-BC85-C286-3172D283F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70F98-64C9-5B76-CDCE-3157F807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0848B-2DD3-4329-B8F5-7C49D927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461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50C5B-BA1A-EF29-9546-8AE79DE21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8E4B4-B401-5A1D-0F27-444669768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1814B-19B3-AAF2-7F9A-B85E0ED5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57BC-FEBB-49E9-A3FA-DA2EB1F94A6A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5AC79-D876-CFFA-EEB8-201D31F0C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440DB-4BF8-D534-69B2-C9D8B7F43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0848B-2DD3-4329-B8F5-7C49D927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359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B4181-F4F2-7259-F9A0-DEEBBF30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DB5B0-1150-B154-119A-E2B31938E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DD93E-AF3C-F08D-FA16-0F4A2FB31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57BC-FEBB-49E9-A3FA-DA2EB1F94A6A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4ABBF-44D8-741A-2424-B3061990B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2349C-8892-F436-A015-F041A81EB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0848B-2DD3-4329-B8F5-7C49D927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233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3651-A5DF-5A0A-0337-E3B3496F7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8B262-1122-C17E-1588-4CB9D71268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412DCA-B9B8-ADD0-6DCB-63108C43A0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F5E82-2959-3260-6135-7EA1F6F89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57BC-FEBB-49E9-A3FA-DA2EB1F94A6A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E319C-32D3-C875-8696-E3D50278C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54016-F3EB-6686-8D6A-29B00F43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0848B-2DD3-4329-B8F5-7C49D927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394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5A429-EB20-3966-1EF0-05A067B12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00049-8E65-0985-A54C-4655E4B2C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ECA3E-EAF8-FD54-28AF-4EBE93385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0F89DC-DED7-0BB6-4F91-BAC1834BBD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2C8C30-A5EF-31D2-FC50-D806C5AC1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4F7880-5A07-3D28-620D-C8655B58E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57BC-FEBB-49E9-A3FA-DA2EB1F94A6A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29173D-8703-5D6B-E0FC-4A251B723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6D98D1-C40A-1B10-637A-9B188A3B2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0848B-2DD3-4329-B8F5-7C49D927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28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51D2-31CF-D26C-276E-0A1D0177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A3B166-E7A2-0004-3721-45090E48E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57BC-FEBB-49E9-A3FA-DA2EB1F94A6A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75CF0-E5C8-3CCB-9663-1F0249EF4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F7A06-A124-3D47-9010-4F35F602B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0848B-2DD3-4329-B8F5-7C49D927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23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DB85CC-9F92-542E-5206-979BE0A41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57BC-FEBB-49E9-A3FA-DA2EB1F94A6A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D3F471-7969-AD32-13DA-2CED35C46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CCFD5-D6C7-8E2D-33CC-1CA0986C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0848B-2DD3-4329-B8F5-7C49D927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36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CEC4E-6054-AF65-EA6E-1AB91CA22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3BF1F-A3C9-FB30-1075-A41B4F77E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CDC3C-5B8B-65E9-F0BE-CF13DAFC2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2BE0C-E8C9-E701-754D-92AE24B3F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57BC-FEBB-49E9-A3FA-DA2EB1F94A6A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7265D6-9B6F-E983-B149-2A87B0168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ACF21-3451-DC3C-31E8-FBFCEAE8C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0848B-2DD3-4329-B8F5-7C49D927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084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398D4-4D49-7BCC-2B0B-F42562967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9E119F-E81C-6CD7-E1A3-B1EAF4B9F2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89E7F-96D4-BE76-8A2B-24FBA74A9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A5B1F-3B95-CAEE-2AE7-6CA63EC61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57BC-FEBB-49E9-A3FA-DA2EB1F94A6A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D693D-8DF4-19D7-45F4-0924A6FB9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28835-0FBF-0B5D-DBD5-7FF81482B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0848B-2DD3-4329-B8F5-7C49D927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428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F510D-245C-18B6-A854-0D9CE48AC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51DD0F-E4D1-AFA2-FF01-5A8F9ED15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48BAB-86E9-6B07-6BFB-F18385918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57BC-FEBB-49E9-A3FA-DA2EB1F94A6A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903FE-5634-43F4-AD55-799A9EA87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7ACC0-15E5-C88D-E09C-A4DD63B3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0848B-2DD3-4329-B8F5-7C49D927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87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C4AA07-B73F-6E34-4CFB-806004212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96C8BF-77C4-F29B-461F-3B5D33C55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833C1-1F4B-65C5-95A5-07D1A15B1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57BC-FEBB-49E9-A3FA-DA2EB1F94A6A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C57B3-19D8-15EC-6BA7-50C256E5D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B6ED0-86BC-E880-ED13-22816D0C3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0848B-2DD3-4329-B8F5-7C49D927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12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7615EA-B176-AA22-15C9-2ED730CE5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789B4-46EA-4224-6D71-77EE37134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F6B6E-029E-DBC1-FA55-C398C6A551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857BC-FEBB-49E9-A3FA-DA2EB1F94A6A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A59BD-9697-8504-A861-F7761F9DC0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571BE-AAEC-6859-9954-DE4E84232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50848B-2DD3-4329-B8F5-7C49D927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914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A8C98-7BDC-F1BE-B236-C0FECBC605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323E0D-E7F9-4FFD-C74D-23DE700DBB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217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7AC98F-57EA-3E72-7BBE-F67D3EA47406}"/>
              </a:ext>
            </a:extLst>
          </p:cNvPr>
          <p:cNvSpPr/>
          <p:nvPr/>
        </p:nvSpPr>
        <p:spPr>
          <a:xfrm>
            <a:off x="9027611" y="3251662"/>
            <a:ext cx="2404524" cy="22163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4EE49AB-8C52-A400-5DA4-B7DFB9E64417}"/>
              </a:ext>
            </a:extLst>
          </p:cNvPr>
          <p:cNvSpPr/>
          <p:nvPr/>
        </p:nvSpPr>
        <p:spPr>
          <a:xfrm>
            <a:off x="8413176" y="4076270"/>
            <a:ext cx="694418" cy="532596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74CA9E2-E72B-B5E1-2EE7-8566DD5B1C4A}"/>
              </a:ext>
            </a:extLst>
          </p:cNvPr>
          <p:cNvSpPr/>
          <p:nvPr/>
        </p:nvSpPr>
        <p:spPr>
          <a:xfrm rot="19905919">
            <a:off x="8573559" y="5087677"/>
            <a:ext cx="694418" cy="532596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E4AB8B2-2AB1-17EE-5E39-87CA2C03CA6A}"/>
              </a:ext>
            </a:extLst>
          </p:cNvPr>
          <p:cNvSpPr/>
          <p:nvPr/>
        </p:nvSpPr>
        <p:spPr>
          <a:xfrm rot="2093903">
            <a:off x="8612482" y="3138313"/>
            <a:ext cx="694418" cy="532596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4D2616-59C9-7CB2-1A14-96C8FC29E9DF}"/>
              </a:ext>
            </a:extLst>
          </p:cNvPr>
          <p:cNvSpPr/>
          <p:nvPr/>
        </p:nvSpPr>
        <p:spPr>
          <a:xfrm>
            <a:off x="4577789" y="4923469"/>
            <a:ext cx="4187681" cy="11108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7B70D5-1515-23DA-CD15-29B103829B5D}"/>
              </a:ext>
            </a:extLst>
          </p:cNvPr>
          <p:cNvSpPr/>
          <p:nvPr/>
        </p:nvSpPr>
        <p:spPr>
          <a:xfrm>
            <a:off x="4584224" y="3804651"/>
            <a:ext cx="4187681" cy="10426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60AF8D-CD94-852A-C183-17C9CD0B86A2}"/>
              </a:ext>
            </a:extLst>
          </p:cNvPr>
          <p:cNvSpPr/>
          <p:nvPr/>
        </p:nvSpPr>
        <p:spPr>
          <a:xfrm>
            <a:off x="4584224" y="2306836"/>
            <a:ext cx="4187681" cy="14448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2FDEFF-CDAA-18C1-7649-3A0A8CC820F1}"/>
              </a:ext>
            </a:extLst>
          </p:cNvPr>
          <p:cNvSpPr/>
          <p:nvPr/>
        </p:nvSpPr>
        <p:spPr>
          <a:xfrm>
            <a:off x="1428750" y="3251662"/>
            <a:ext cx="2993741" cy="22163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116D9ED-9734-E71E-E904-A04AED3DF34B}"/>
              </a:ext>
            </a:extLst>
          </p:cNvPr>
          <p:cNvSpPr/>
          <p:nvPr/>
        </p:nvSpPr>
        <p:spPr>
          <a:xfrm>
            <a:off x="1593486" y="3823526"/>
            <a:ext cx="1266994" cy="10339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Initial</a:t>
            </a:r>
          </a:p>
          <a:p>
            <a:pPr algn="ctr"/>
            <a:r>
              <a:rPr lang="en-US" dirty="0"/>
              <a:t>stage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EB9F9D-88E3-6E8E-3F43-B42964DAD1E8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1371332" y="4340500"/>
            <a:ext cx="2221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5E86C608-8209-7F8B-BC3C-F07C6DBCA129}"/>
              </a:ext>
            </a:extLst>
          </p:cNvPr>
          <p:cNvSpPr/>
          <p:nvPr/>
        </p:nvSpPr>
        <p:spPr>
          <a:xfrm>
            <a:off x="4650252" y="2690296"/>
            <a:ext cx="1266994" cy="1033947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Standardize input to DTXSID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A11C1F-A58A-5308-652A-F38F9132D3E0}"/>
              </a:ext>
            </a:extLst>
          </p:cNvPr>
          <p:cNvSpPr/>
          <p:nvPr/>
        </p:nvSpPr>
        <p:spPr>
          <a:xfrm>
            <a:off x="4665210" y="3808380"/>
            <a:ext cx="1266994" cy="103394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RAG search from NTP docs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22F813A-FEF7-ECF1-1F37-2C7F1591EC8D}"/>
              </a:ext>
            </a:extLst>
          </p:cNvPr>
          <p:cNvSpPr/>
          <p:nvPr/>
        </p:nvSpPr>
        <p:spPr>
          <a:xfrm>
            <a:off x="4650252" y="4951062"/>
            <a:ext cx="1266994" cy="1033947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Literature search from PubMed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9C144F9-2F03-8557-A47C-DE643AEE3DEB}"/>
              </a:ext>
            </a:extLst>
          </p:cNvPr>
          <p:cNvSpPr/>
          <p:nvPr/>
        </p:nvSpPr>
        <p:spPr>
          <a:xfrm>
            <a:off x="9135071" y="3835973"/>
            <a:ext cx="1266994" cy="10339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Add training data + summarize context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4E687D7-E52D-8FE5-8B77-5B25629EF316}"/>
              </a:ext>
            </a:extLst>
          </p:cNvPr>
          <p:cNvSpPr/>
          <p:nvPr/>
        </p:nvSpPr>
        <p:spPr>
          <a:xfrm>
            <a:off x="6085901" y="2690296"/>
            <a:ext cx="1266994" cy="1033947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Tool</a:t>
            </a:r>
          </a:p>
          <a:p>
            <a:pPr algn="ctr"/>
            <a:r>
              <a:rPr lang="en-US" sz="1050" dirty="0"/>
              <a:t>deliberation stage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13067F8-D235-1AAD-D0D4-1EB040DE2711}"/>
              </a:ext>
            </a:extLst>
          </p:cNvPr>
          <p:cNvCxnSpPr>
            <a:cxnSpLocks/>
            <a:stCxn id="14" idx="6"/>
            <a:endCxn id="18" idx="2"/>
          </p:cNvCxnSpPr>
          <p:nvPr/>
        </p:nvCxnSpPr>
        <p:spPr>
          <a:xfrm>
            <a:off x="5917246" y="3207270"/>
            <a:ext cx="1686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F48D837-DABE-EE4A-2F46-8FF486B03CEE}"/>
              </a:ext>
            </a:extLst>
          </p:cNvPr>
          <p:cNvSpPr/>
          <p:nvPr/>
        </p:nvSpPr>
        <p:spPr>
          <a:xfrm>
            <a:off x="7641505" y="2698673"/>
            <a:ext cx="782206" cy="21088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Tool call 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0D9FD3F-1402-0E6C-EEEE-F85267713672}"/>
              </a:ext>
            </a:extLst>
          </p:cNvPr>
          <p:cNvSpPr/>
          <p:nvPr/>
        </p:nvSpPr>
        <p:spPr>
          <a:xfrm>
            <a:off x="7641505" y="2969398"/>
            <a:ext cx="782206" cy="21088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Tool call 2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5EBBA7A-B0CD-0432-27CD-FA6D6E30C3F4}"/>
              </a:ext>
            </a:extLst>
          </p:cNvPr>
          <p:cNvSpPr/>
          <p:nvPr/>
        </p:nvSpPr>
        <p:spPr>
          <a:xfrm>
            <a:off x="7633878" y="3251662"/>
            <a:ext cx="782206" cy="210882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…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33B360-113A-5D6A-8178-7D6AFF065880}"/>
              </a:ext>
            </a:extLst>
          </p:cNvPr>
          <p:cNvSpPr/>
          <p:nvPr/>
        </p:nvSpPr>
        <p:spPr>
          <a:xfrm>
            <a:off x="7633878" y="3509431"/>
            <a:ext cx="782206" cy="210882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Tool call </a:t>
            </a:r>
            <a:r>
              <a:rPr lang="en-US" sz="1000" i="1" dirty="0"/>
              <a:t>N</a:t>
            </a: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26050302-96AB-F742-B944-F0FA897EA0A8}"/>
              </a:ext>
            </a:extLst>
          </p:cNvPr>
          <p:cNvSpPr/>
          <p:nvPr/>
        </p:nvSpPr>
        <p:spPr>
          <a:xfrm>
            <a:off x="8450031" y="2706844"/>
            <a:ext cx="253954" cy="10323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ECE5B181-AB7C-923C-3954-67B4EB89911A}"/>
              </a:ext>
            </a:extLst>
          </p:cNvPr>
          <p:cNvSpPr/>
          <p:nvPr/>
        </p:nvSpPr>
        <p:spPr>
          <a:xfrm>
            <a:off x="7406896" y="2687593"/>
            <a:ext cx="200662" cy="103257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7AA27C-4D38-5F45-7080-A4C6068F2A01}"/>
              </a:ext>
            </a:extLst>
          </p:cNvPr>
          <p:cNvSpPr txBox="1"/>
          <p:nvPr/>
        </p:nvSpPr>
        <p:spPr>
          <a:xfrm>
            <a:off x="620600" y="4155833"/>
            <a:ext cx="883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START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A2FDC0A-3FCA-2898-F90D-651EAB1C3864}"/>
              </a:ext>
            </a:extLst>
          </p:cNvPr>
          <p:cNvSpPr/>
          <p:nvPr/>
        </p:nvSpPr>
        <p:spPr>
          <a:xfrm>
            <a:off x="3058854" y="3827663"/>
            <a:ext cx="1266994" cy="10339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Figure out if answer is in memory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95C601E-AF7C-ACEB-25A7-9359995EBCB0}"/>
              </a:ext>
            </a:extLst>
          </p:cNvPr>
          <p:cNvCxnSpPr>
            <a:cxnSpLocks/>
            <a:stCxn id="12" idx="6"/>
            <a:endCxn id="27" idx="2"/>
          </p:cNvCxnSpPr>
          <p:nvPr/>
        </p:nvCxnSpPr>
        <p:spPr>
          <a:xfrm>
            <a:off x="2860480" y="4340500"/>
            <a:ext cx="198374" cy="4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Left Brace 28">
            <a:extLst>
              <a:ext uri="{FF2B5EF4-FFF2-40B4-BE49-F238E27FC236}">
                <a16:creationId xmlns:a16="http://schemas.microsoft.com/office/drawing/2014/main" id="{6E067A02-E4DC-2DFB-2080-47352A9B88C1}"/>
              </a:ext>
            </a:extLst>
          </p:cNvPr>
          <p:cNvSpPr/>
          <p:nvPr/>
        </p:nvSpPr>
        <p:spPr>
          <a:xfrm>
            <a:off x="4373415" y="3182672"/>
            <a:ext cx="200662" cy="228536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F6179800-735D-1912-BC38-B01C5C207630}"/>
              </a:ext>
            </a:extLst>
          </p:cNvPr>
          <p:cNvSpPr/>
          <p:nvPr/>
        </p:nvSpPr>
        <p:spPr>
          <a:xfrm>
            <a:off x="8771905" y="3234926"/>
            <a:ext cx="348208" cy="223604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BF87897-A40C-FDA4-84EB-26F4D9939BC3}"/>
              </a:ext>
            </a:extLst>
          </p:cNvPr>
          <p:cNvCxnSpPr>
            <a:cxnSpLocks/>
          </p:cNvCxnSpPr>
          <p:nvPr/>
        </p:nvCxnSpPr>
        <p:spPr>
          <a:xfrm>
            <a:off x="10416767" y="4352946"/>
            <a:ext cx="198374" cy="4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DE965C5-3E19-A33E-CC13-54950A4BB332}"/>
              </a:ext>
            </a:extLst>
          </p:cNvPr>
          <p:cNvSpPr txBox="1"/>
          <p:nvPr/>
        </p:nvSpPr>
        <p:spPr>
          <a:xfrm>
            <a:off x="10560506" y="4168280"/>
            <a:ext cx="883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END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6679F708-CFA2-7B5C-62C8-5B7FF2F81B77}"/>
              </a:ext>
            </a:extLst>
          </p:cNvPr>
          <p:cNvCxnSpPr>
            <a:stCxn id="27" idx="4"/>
            <a:endCxn id="17" idx="4"/>
          </p:cNvCxnSpPr>
          <p:nvPr/>
        </p:nvCxnSpPr>
        <p:spPr>
          <a:xfrm rot="16200000" flipH="1">
            <a:off x="6726304" y="1827656"/>
            <a:ext cx="8310" cy="6076217"/>
          </a:xfrm>
          <a:prstGeom prst="bentConnector3">
            <a:avLst>
              <a:gd name="adj1" fmla="val 1729316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143F18B-AA8B-7611-666D-6F2A07B10CB6}"/>
              </a:ext>
            </a:extLst>
          </p:cNvPr>
          <p:cNvSpPr txBox="1"/>
          <p:nvPr/>
        </p:nvSpPr>
        <p:spPr>
          <a:xfrm>
            <a:off x="3639435" y="6269092"/>
            <a:ext cx="618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If answer to the query exists in the agent’s memory (context)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D615EF-CB4C-334B-F727-777DE5B8E8E1}"/>
              </a:ext>
            </a:extLst>
          </p:cNvPr>
          <p:cNvSpPr txBox="1"/>
          <p:nvPr/>
        </p:nvSpPr>
        <p:spPr>
          <a:xfrm>
            <a:off x="3406618" y="2518319"/>
            <a:ext cx="13726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If answer to the query is not in the agent’s memory (context)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9D8762C-2233-841A-3BD3-F51EC59EA401}"/>
              </a:ext>
            </a:extLst>
          </p:cNvPr>
          <p:cNvCxnSpPr>
            <a:cxnSpLocks/>
            <a:stCxn id="35" idx="2"/>
            <a:endCxn id="29" idx="1"/>
          </p:cNvCxnSpPr>
          <p:nvPr/>
        </p:nvCxnSpPr>
        <p:spPr>
          <a:xfrm>
            <a:off x="4092919" y="3349316"/>
            <a:ext cx="280496" cy="97603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32B0199-14B5-0D96-ADE6-207304DD47CC}"/>
              </a:ext>
            </a:extLst>
          </p:cNvPr>
          <p:cNvCxnSpPr>
            <a:cxnSpLocks/>
            <a:stCxn id="15" idx="6"/>
          </p:cNvCxnSpPr>
          <p:nvPr/>
        </p:nvCxnSpPr>
        <p:spPr>
          <a:xfrm flipV="1">
            <a:off x="5932204" y="4321216"/>
            <a:ext cx="2824446" cy="4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9A3329C-B206-8D73-809B-613C0CDADDA7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5917246" y="5468036"/>
            <a:ext cx="28394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8E3B3AF-6F5C-1F97-404A-4538B4236558}"/>
              </a:ext>
            </a:extLst>
          </p:cNvPr>
          <p:cNvSpPr txBox="1"/>
          <p:nvPr/>
        </p:nvSpPr>
        <p:spPr>
          <a:xfrm>
            <a:off x="970151" y="4842327"/>
            <a:ext cx="25026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Determine input format &amp; which translate tool to use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Determine query to pass to RAG search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Determine query to pass to literature search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958D46-AE36-4135-4319-42A1C5C72F93}"/>
              </a:ext>
            </a:extLst>
          </p:cNvPr>
          <p:cNvSpPr txBox="1"/>
          <p:nvPr/>
        </p:nvSpPr>
        <p:spPr>
          <a:xfrm>
            <a:off x="5739516" y="2264431"/>
            <a:ext cx="1864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All necessary tools are decided in one step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F73413B-35CA-4E7A-F9E3-591275FD4226}"/>
              </a:ext>
            </a:extLst>
          </p:cNvPr>
          <p:cNvSpPr/>
          <p:nvPr/>
        </p:nvSpPr>
        <p:spPr>
          <a:xfrm>
            <a:off x="4584224" y="499288"/>
            <a:ext cx="4181246" cy="344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Tools memory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657BB54-0704-956E-0E7C-A57397914311}"/>
              </a:ext>
            </a:extLst>
          </p:cNvPr>
          <p:cNvSpPr/>
          <p:nvPr/>
        </p:nvSpPr>
        <p:spPr>
          <a:xfrm>
            <a:off x="4577789" y="890296"/>
            <a:ext cx="4181246" cy="3445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RAG memory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FC4BA5C-E079-ACC3-B3A2-BA479067385B}"/>
              </a:ext>
            </a:extLst>
          </p:cNvPr>
          <p:cNvSpPr/>
          <p:nvPr/>
        </p:nvSpPr>
        <p:spPr>
          <a:xfrm>
            <a:off x="4581006" y="1288393"/>
            <a:ext cx="4181246" cy="3445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Literature memory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737632E-4353-3421-E7DE-6737F49C6460}"/>
              </a:ext>
            </a:extLst>
          </p:cNvPr>
          <p:cNvSpPr/>
          <p:nvPr/>
        </p:nvSpPr>
        <p:spPr>
          <a:xfrm>
            <a:off x="4570328" y="1684273"/>
            <a:ext cx="4181246" cy="3445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Main memory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AFB62445-A6A9-310F-BB09-8A4017646C70}"/>
              </a:ext>
            </a:extLst>
          </p:cNvPr>
          <p:cNvCxnSpPr>
            <a:stCxn id="4" idx="0"/>
            <a:endCxn id="11" idx="0"/>
          </p:cNvCxnSpPr>
          <p:nvPr/>
        </p:nvCxnSpPr>
        <p:spPr>
          <a:xfrm rot="16200000" flipV="1">
            <a:off x="6577747" y="-400464"/>
            <a:ext cx="12700" cy="7304252"/>
          </a:xfrm>
          <a:prstGeom prst="bentConnector3">
            <a:avLst>
              <a:gd name="adj1" fmla="val 24050000"/>
            </a:avLst>
          </a:prstGeom>
          <a:ln w="7620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914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82FDEFF-CDAA-18C1-7649-3A0A8CC820F1}"/>
              </a:ext>
            </a:extLst>
          </p:cNvPr>
          <p:cNvSpPr/>
          <p:nvPr/>
        </p:nvSpPr>
        <p:spPr>
          <a:xfrm>
            <a:off x="3943350" y="3359612"/>
            <a:ext cx="2993741" cy="22163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116D9ED-9734-E71E-E904-A04AED3DF34B}"/>
              </a:ext>
            </a:extLst>
          </p:cNvPr>
          <p:cNvSpPr/>
          <p:nvPr/>
        </p:nvSpPr>
        <p:spPr>
          <a:xfrm>
            <a:off x="4108086" y="3931476"/>
            <a:ext cx="1266994" cy="10339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Initial</a:t>
            </a:r>
          </a:p>
          <a:p>
            <a:pPr algn="ctr"/>
            <a:r>
              <a:rPr lang="en-US" dirty="0"/>
              <a:t>stage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EB9F9D-88E3-6E8E-3F43-B42964DAD1E8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3885932" y="4448450"/>
            <a:ext cx="2221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67AA27C-4D38-5F45-7080-A4C6068F2A01}"/>
              </a:ext>
            </a:extLst>
          </p:cNvPr>
          <p:cNvSpPr txBox="1"/>
          <p:nvPr/>
        </p:nvSpPr>
        <p:spPr>
          <a:xfrm>
            <a:off x="3135200" y="4263783"/>
            <a:ext cx="883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START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A2FDC0A-3FCA-2898-F90D-651EAB1C3864}"/>
              </a:ext>
            </a:extLst>
          </p:cNvPr>
          <p:cNvSpPr/>
          <p:nvPr/>
        </p:nvSpPr>
        <p:spPr>
          <a:xfrm>
            <a:off x="5573454" y="3935613"/>
            <a:ext cx="1266994" cy="10339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Figure out if answer is in memory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95C601E-AF7C-ACEB-25A7-9359995EBCB0}"/>
              </a:ext>
            </a:extLst>
          </p:cNvPr>
          <p:cNvCxnSpPr>
            <a:cxnSpLocks/>
            <a:stCxn id="12" idx="6"/>
            <a:endCxn id="27" idx="2"/>
          </p:cNvCxnSpPr>
          <p:nvPr/>
        </p:nvCxnSpPr>
        <p:spPr>
          <a:xfrm>
            <a:off x="5375080" y="4448450"/>
            <a:ext cx="198374" cy="4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6ACEF307-5F74-EB41-B66A-C728F6907BC4}"/>
              </a:ext>
            </a:extLst>
          </p:cNvPr>
          <p:cNvSpPr/>
          <p:nvPr/>
        </p:nvSpPr>
        <p:spPr>
          <a:xfrm>
            <a:off x="253866" y="1346200"/>
            <a:ext cx="3511684" cy="2333226"/>
          </a:xfrm>
          <a:prstGeom prst="wedgeRectCallout">
            <a:avLst>
              <a:gd name="adj1" fmla="val 60538"/>
              <a:gd name="adj2" fmla="val 6698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solidFill>
                  <a:schemeClr val="tx1"/>
                </a:solidFill>
              </a:rPr>
              <a:t>User Query</a:t>
            </a:r>
            <a:r>
              <a:rPr lang="en-US" dirty="0">
                <a:solidFill>
                  <a:schemeClr val="tx1"/>
                </a:solidFill>
              </a:rPr>
              <a:t>: “Provide information on the half-life of Benzene or its synonyms with CAS number 71-43-2 in human. Include biological half-life, effective half-life, and environmental half-life where applicable.”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Cylinder 46">
            <a:extLst>
              <a:ext uri="{FF2B5EF4-FFF2-40B4-BE49-F238E27FC236}">
                <a16:creationId xmlns:a16="http://schemas.microsoft.com/office/drawing/2014/main" id="{DB6EA2E8-A9E2-6CD6-15AC-428D58B46798}"/>
              </a:ext>
            </a:extLst>
          </p:cNvPr>
          <p:cNvSpPr/>
          <p:nvPr/>
        </p:nvSpPr>
        <p:spPr>
          <a:xfrm>
            <a:off x="5425901" y="647994"/>
            <a:ext cx="1562100" cy="1828800"/>
          </a:xfrm>
          <a:prstGeom prst="ca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Empty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B78C9AE-D977-2359-D275-58E931239B1B}"/>
              </a:ext>
            </a:extLst>
          </p:cNvPr>
          <p:cNvCxnSpPr>
            <a:endCxn id="47" idx="3"/>
          </p:cNvCxnSpPr>
          <p:nvPr/>
        </p:nvCxnSpPr>
        <p:spPr>
          <a:xfrm flipV="1">
            <a:off x="6206951" y="2476794"/>
            <a:ext cx="0" cy="14546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F379877-7C2F-BACE-6A88-A74F7E1CD5DE}"/>
              </a:ext>
            </a:extLst>
          </p:cNvPr>
          <p:cNvSpPr txBox="1"/>
          <p:nvPr/>
        </p:nvSpPr>
        <p:spPr>
          <a:xfrm>
            <a:off x="5715001" y="36828"/>
            <a:ext cx="112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Message History</a:t>
            </a:r>
          </a:p>
        </p:txBody>
      </p:sp>
    </p:spTree>
    <p:extLst>
      <p:ext uri="{BB962C8B-B14F-4D97-AF65-F5344CB8AC3E}">
        <p14:creationId xmlns:p14="http://schemas.microsoft.com/office/powerpoint/2010/main" val="2950995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156</Words>
  <Application>Microsoft Office PowerPoint</Application>
  <PresentationFormat>Widescreen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NIEHS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Combs, Parker (NIH/NIEHS) [C]</dc:creator>
  <cp:lastModifiedBy>Combs, Parker (NIH/NIEHS) [C]</cp:lastModifiedBy>
  <cp:revision>7</cp:revision>
  <dcterms:created xsi:type="dcterms:W3CDTF">2025-05-07T20:13:35Z</dcterms:created>
  <dcterms:modified xsi:type="dcterms:W3CDTF">2025-05-07T20:20:02Z</dcterms:modified>
</cp:coreProperties>
</file>