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61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67F90-2166-5333-0AC2-BC347D748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FC6A9-6987-4107-22E9-6DB35EE82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7EC4F-E82B-3BC3-7AB0-292FC2A43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28E5-16EB-405A-AD84-290D5D416B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AC543-F6CD-20AC-0299-B91744F80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9A4A2-7A8A-E78E-D745-B7B47CD1C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8EAB9-9B35-4EB3-A9FC-F6BA399D9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0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65A6A-1466-2534-8015-EAC80D348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79039-98A1-74C1-C74F-4660BE187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2BF61-65F5-39A0-1094-22BB49E8F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28E5-16EB-405A-AD84-290D5D416B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74C00-9FF5-7CE8-8F20-15B4F6B90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32E7B-3E98-FF6E-2972-357808F1A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8EAB9-9B35-4EB3-A9FC-F6BA399D9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04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FCA7-D830-67CA-F38E-EF0BA0A9A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7A9C4-0FF4-4CDC-0836-58258A5AF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7A2C2-1028-CF31-ACF1-DE48636F7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28E5-16EB-405A-AD84-290D5D416B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DEC64-2503-5C07-E8CB-6D0BC055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B1D20-619E-550F-E16F-A88DC44C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8EAB9-9B35-4EB3-A9FC-F6BA399D9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707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A7F11-689B-ADC0-B620-A0AAEBE2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DCF95-F5C9-FDC7-3B58-C3FC52D9B1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97544-2B5E-23ED-324A-D33BF7240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747B7-3BAD-806B-8624-FE7A4E857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28E5-16EB-405A-AD84-290D5D416B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187A0-5695-7133-C2E4-C7ED0B60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3893E-42F2-B1CA-6297-62B9BB0A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8EAB9-9B35-4EB3-A9FC-F6BA399D9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69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11169-4035-0892-309E-5A0877862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2C480-7D85-93C0-7BEC-C02E7DF45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D0D07-16C4-C73A-B139-71580C669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FA0778-3212-C544-2039-808CF2A35E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AA72ED-45E7-5BAD-B3E3-074B1E889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4C21F3-8BD0-A4A8-4177-DD1CCFBAC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28E5-16EB-405A-AD84-290D5D416B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D90D87-4948-F529-6683-F7DDC38C4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DCBC8F-217A-DB3A-FE08-58EE0D7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8EAB9-9B35-4EB3-A9FC-F6BA399D9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99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13F78-8753-D6F5-0579-B3F9A5825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05E53-41CC-7336-2444-30B6E65D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28E5-16EB-405A-AD84-290D5D416B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83C5B-BD33-8A4D-50DD-98B2C1185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EA36B-B8A5-6652-201C-A1352EFA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8EAB9-9B35-4EB3-A9FC-F6BA399D9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4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3A010C-7B1E-4B4D-A271-ED53FBE6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28E5-16EB-405A-AD84-290D5D416B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878399-5EB0-7FA7-D38B-C83C7F0D5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4FA7A-2486-D1DE-592E-2C3FFD32E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8EAB9-9B35-4EB3-A9FC-F6BA399D9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86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37A4-320B-522E-0885-DBAD04B94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6B285-936F-C491-993B-A67A6C2AF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1AC05-F6B3-7C34-9629-1844F68DF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3836C-3AC6-DAE2-1DB0-9BF4192C6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28E5-16EB-405A-AD84-290D5D416B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0DE1C-03AF-8D92-0D91-FBA470875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930D3-1C2C-E4AF-285D-CFE5C3ABF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8EAB9-9B35-4EB3-A9FC-F6BA399D9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51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7C130-D094-B473-041B-EFAB95DDA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CAF4E8-E1A6-56B6-A6FE-A084970769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915F3-0C26-1BA4-E4E3-9E2430D49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FF913-4362-5429-DE6B-5939C32E1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28E5-16EB-405A-AD84-290D5D416B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9E04B-B357-A086-2F40-CC27A9EED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A6FE9-0403-8065-42F5-EB36C2AB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8EAB9-9B35-4EB3-A9FC-F6BA399D9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93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11C42-0A07-4496-97DB-E1AD617D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58C49-5D72-3103-878E-3D4093DD2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D1276-2AFC-8E20-D3EE-8E86F7E30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28E5-16EB-405A-AD84-290D5D416B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CB0D8-9AAC-A987-70B3-2D16A9AFE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3E5E1-A280-59AF-2DB7-D2258F197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8EAB9-9B35-4EB3-A9FC-F6BA399D9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9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E2DD11-0088-43E9-AF15-E05995A342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8CDFF-7FD7-3A7E-CA74-C71904F13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B7B65-5AB1-099C-D9F5-40E46ED1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28E5-16EB-405A-AD84-290D5D416B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0C85C-6147-F2BE-D1AC-CCA7EF251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E7E95-1AF8-36EB-EC03-022E79B4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8EAB9-9B35-4EB3-A9FC-F6BA399D9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37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FB9114-2F17-A864-216D-5C35E9365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7DC37-BC15-BAF2-FCAB-DEE0C8EA1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383DC-8956-86F2-A0CB-BC4FAD8693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728E5-16EB-405A-AD84-290D5D416BBA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2E9E3-8262-C450-4DD2-8F025E531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0D23D-1920-8C58-026A-BF23A66EC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B8EAB9-9B35-4EB3-A9FC-F6BA399D9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60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26D32-5B5B-9163-14AE-86F04C53AF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Considerations When Developing Agentic AI Pipelines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BEFB7D-5F75-2A63-297D-53EBD4D40D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309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966BE-1DC8-1697-E613-960C84CB3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is an Agent Useful?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D7ABB-A476-CE31-30E4-40A9EA892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Complex, multi-step queries</a:t>
            </a:r>
          </a:p>
          <a:p>
            <a:r>
              <a:rPr lang="en-US" dirty="0"/>
              <a:t>Integrate explicit function calling</a:t>
            </a:r>
          </a:p>
          <a:p>
            <a:pPr lvl="1"/>
            <a:r>
              <a:rPr lang="en-US" dirty="0"/>
              <a:t>Tools</a:t>
            </a:r>
          </a:p>
          <a:p>
            <a:r>
              <a:rPr lang="en-US" dirty="0"/>
              <a:t>Specific use cases identified</a:t>
            </a:r>
          </a:p>
        </p:txBody>
      </p:sp>
    </p:spTree>
    <p:extLst>
      <p:ext uri="{BB962C8B-B14F-4D97-AF65-F5344CB8AC3E}">
        <p14:creationId xmlns:p14="http://schemas.microsoft.com/office/powerpoint/2010/main" val="2926995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3D2B-CE4D-02AD-1171-3169BB61E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88C66-FD44-B941-76EF-AE4EBF239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265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C7CA9-690E-CEC0-0BC3-8B1B87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4C9F9-B5EF-8AA0-299E-F98D529475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Latency Optimization</a:t>
            </a:r>
          </a:p>
          <a:p>
            <a:pPr lvl="1"/>
            <a:r>
              <a:rPr lang="en-US" dirty="0"/>
              <a:t>Reduce output tokens</a:t>
            </a:r>
          </a:p>
          <a:p>
            <a:pPr lvl="1"/>
            <a:r>
              <a:rPr lang="en-US" dirty="0"/>
              <a:t>Prune context</a:t>
            </a:r>
          </a:p>
          <a:p>
            <a:pPr lvl="1"/>
            <a:r>
              <a:rPr lang="en-US" dirty="0"/>
              <a:t>Shallow checkpointing</a:t>
            </a:r>
          </a:p>
          <a:p>
            <a:pPr lvl="1"/>
            <a:r>
              <a:rPr lang="en-US" dirty="0"/>
              <a:t>Single tools stage</a:t>
            </a:r>
          </a:p>
          <a:p>
            <a:pPr lvl="1"/>
            <a:r>
              <a:rPr lang="en-US" dirty="0"/>
              <a:t>Caching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663F5-5BDA-D4A3-E863-A128EE6B445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Model Output Optimization &amp; Consistency</a:t>
            </a:r>
          </a:p>
          <a:p>
            <a:pPr lvl="1"/>
            <a:r>
              <a:rPr lang="en-US" dirty="0"/>
              <a:t>Output examples</a:t>
            </a:r>
          </a:p>
          <a:p>
            <a:pPr lvl="1"/>
            <a:r>
              <a:rPr lang="en-US" dirty="0"/>
              <a:t>Tool output optimization</a:t>
            </a:r>
          </a:p>
          <a:p>
            <a:pPr lvl="1"/>
            <a:r>
              <a:rPr lang="en-US" dirty="0"/>
              <a:t>Tool input standardization</a:t>
            </a:r>
          </a:p>
          <a:p>
            <a:pPr lvl="1"/>
            <a:r>
              <a:rPr lang="en-US" dirty="0"/>
              <a:t>Separation of responsibility</a:t>
            </a:r>
          </a:p>
          <a:p>
            <a:pPr lvl="1"/>
            <a:r>
              <a:rPr lang="en-US" dirty="0"/>
              <a:t>Output parsing</a:t>
            </a:r>
          </a:p>
        </p:txBody>
      </p:sp>
    </p:spTree>
    <p:extLst>
      <p:ext uri="{BB962C8B-B14F-4D97-AF65-F5344CB8AC3E}">
        <p14:creationId xmlns:p14="http://schemas.microsoft.com/office/powerpoint/2010/main" val="164775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61A7C-07ED-16D3-7980-B14C0876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Adding Tools to Unsupported LLM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A96B2-7B9F-ADB3-762A-2B64548F9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990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079B8-AFEE-3CC1-CF64-AC6BCFA61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7B672-FF06-2DF2-D401-A36A9A530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159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68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Considerations When Developing Agentic AI Pipelines</vt:lpstr>
      <vt:lpstr>When is an Agent Useful?</vt:lpstr>
      <vt:lpstr>Pipeline Construction</vt:lpstr>
      <vt:lpstr>Agent Improvements</vt:lpstr>
      <vt:lpstr>Adding Tools to Unsupported LLM Architectures</vt:lpstr>
      <vt:lpstr>Test Design</vt:lpstr>
    </vt:vector>
  </TitlesOfParts>
  <Company>NIEHS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Combs, Parker (NIH/NIEHS) [C]</dc:creator>
  <cp:lastModifiedBy>Combs, Parker (NIH/NIEHS) [C]</cp:lastModifiedBy>
  <cp:revision>28</cp:revision>
  <dcterms:created xsi:type="dcterms:W3CDTF">2025-04-14T17:11:14Z</dcterms:created>
  <dcterms:modified xsi:type="dcterms:W3CDTF">2025-04-14T18:25:09Z</dcterms:modified>
</cp:coreProperties>
</file>