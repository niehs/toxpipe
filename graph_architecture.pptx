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7680-660C-F521-E705-726BD8E17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42059-A657-3164-FF2B-D2AB35123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555D9-7451-66FA-67C5-CADCD49D3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AA1D7-DE1E-563A-F849-8E96A9FC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18DF1-6D66-9649-9ACE-7897F801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1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1EDD-1999-9B94-6BC4-FE43C0E9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1BE8B-7101-9895-398A-539514C7E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B80FA-20C1-ED57-24B1-06A5504B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C17EB-CA43-F0E3-C5AA-8AE6B7D3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D856D-3B9C-BEE5-306F-DB939A02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2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871D-5530-A979-779A-6EF0F78E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049E9-02A4-CE08-B187-2ADC35A56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E9E75-CD8F-AA3F-480E-8EDE4895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34EB6-A194-1593-3163-939C1A46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7E340-A023-B17F-0B50-EF81A045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2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D838-93DA-1B2A-606C-8CFBACBC7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C1F44-17D7-2CBE-2892-CD63E0AAB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0F7A7-33A2-D952-4CE5-F9D54DD6C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312C6-99EB-1952-7715-55799E72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04300-0244-D455-0A4B-17EBC3387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C2B56-42FD-C89B-A6D2-06C377256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7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57AD-04ED-D0FD-A07F-50BCC5E9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2BE4-A65B-0F12-4D24-CB7D9C43C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0B790-F373-226D-7A56-5A65ECC6D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9C9CF-E0AA-8C51-5D21-95BCB41F7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5934C-61C7-5236-99BB-F090985F90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DBD9A-2A8A-B675-BE94-FAF8D205F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CBA7E-7A6B-F554-A56D-2BF0B50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E14DF-66C3-5B09-225D-BC919ECF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9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FED7-FC3A-0D46-96C1-714F44A2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0A458-2D75-079A-8553-8201C703A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F8732-25E5-F085-3E85-91D96892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D9D53-3719-9E81-4509-3A222BE2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13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288FB-28B4-E415-7CB0-218974031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B2506-E75A-C085-4CE0-A5FFC33E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E11DB-21BA-849B-2F32-1F36080D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1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8428-CA39-56B8-3426-C8BD73E3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BD78-7ADD-DB28-8981-131AC0720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F5BC0-9D37-357E-AB38-FA622A993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C76D8-2571-BCC8-692C-95F4E260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79451-9680-7CC0-1E17-A99F6384D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0B89D-C255-0474-F78E-9845B3FA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8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45FE3-7111-3BD3-CFA9-DAFF9EF3B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00244-A385-C439-ECBF-0999F1561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132A9-89AB-D3AF-CD06-9D92061A9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7C27B-11EE-F39D-E602-84775802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890C6-6C79-4219-2097-801C3AE0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1B78C-874C-8149-D578-97AB51C2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8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42043-0981-4E34-E5BB-ADEC8569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1F643-1069-5AC9-46D4-C7AE9A78F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EFAD4-2123-2E73-3793-AA942B49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965E8-9012-8773-68E8-9C1F219F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C52E4-F04D-C5EC-B96B-5DAEBB36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0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021AE5-A453-CEA1-8F76-511AAB367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C32A9-8D39-CDC1-ABE7-B9BF39EF4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39CBC-BBD7-1F22-855F-82694EA4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ED5A7-419A-04CF-2B8C-5703E550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495BA-EE1E-FC9F-38CB-4324373F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3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4CC54-D465-A431-B9B9-0B8FAA8C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39D96-F139-30BE-635E-415C033F0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A98E6-C51F-6D95-2CAB-FF6E1580A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659F3-DB80-4E75-82CE-949E02E89EB1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04640-5A7B-9514-8156-94E0DAF3B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A0194-14C2-F675-5EFF-7279921A1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8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79A390D-1B3D-5524-CF71-4E824DE500BE}"/>
              </a:ext>
            </a:extLst>
          </p:cNvPr>
          <p:cNvSpPr/>
          <p:nvPr/>
        </p:nvSpPr>
        <p:spPr>
          <a:xfrm>
            <a:off x="733025" y="2821910"/>
            <a:ext cx="1466053" cy="1214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</a:t>
            </a:r>
          </a:p>
          <a:p>
            <a:pPr algn="ctr"/>
            <a:r>
              <a:rPr lang="en-US" dirty="0"/>
              <a:t>thinking stage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5A42E6-5B41-9787-CD30-C8D94182221D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0" y="3428998"/>
            <a:ext cx="733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E2CF3C-1CDD-9A12-068C-C488A44F25C4}"/>
              </a:ext>
            </a:extLst>
          </p:cNvPr>
          <p:cNvSpPr txBox="1"/>
          <p:nvPr/>
        </p:nvSpPr>
        <p:spPr>
          <a:xfrm>
            <a:off x="6112" y="3059666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FEF92B-AB9E-8820-A915-5E7AD3836D12}"/>
              </a:ext>
            </a:extLst>
          </p:cNvPr>
          <p:cNvSpPr/>
          <p:nvPr/>
        </p:nvSpPr>
        <p:spPr>
          <a:xfrm>
            <a:off x="2698985" y="2821910"/>
            <a:ext cx="1466053" cy="121417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Standardize input to DTXSID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3FED41-2A23-7A93-C2BF-E28ADDFE50B7}"/>
              </a:ext>
            </a:extLst>
          </p:cNvPr>
          <p:cNvCxnSpPr>
            <a:cxnSpLocks/>
            <a:stCxn id="4" idx="6"/>
            <a:endCxn id="13" idx="2"/>
          </p:cNvCxnSpPr>
          <p:nvPr/>
        </p:nvCxnSpPr>
        <p:spPr>
          <a:xfrm>
            <a:off x="2199078" y="3428998"/>
            <a:ext cx="4999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81BC4CE-48F5-9BA8-0B8F-B3896D38F40C}"/>
              </a:ext>
            </a:extLst>
          </p:cNvPr>
          <p:cNvSpPr/>
          <p:nvPr/>
        </p:nvSpPr>
        <p:spPr>
          <a:xfrm>
            <a:off x="5186207" y="5511772"/>
            <a:ext cx="1466053" cy="1214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F6F0C98-2F3B-0101-12C9-B3667677416D}"/>
              </a:ext>
            </a:extLst>
          </p:cNvPr>
          <p:cNvSpPr/>
          <p:nvPr/>
        </p:nvSpPr>
        <p:spPr>
          <a:xfrm>
            <a:off x="7592620" y="3466896"/>
            <a:ext cx="1466053" cy="121417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RAG search from NTP docs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558C97-77BB-DFB9-263E-3233CF21958F}"/>
              </a:ext>
            </a:extLst>
          </p:cNvPr>
          <p:cNvSpPr txBox="1"/>
          <p:nvPr/>
        </p:nvSpPr>
        <p:spPr>
          <a:xfrm>
            <a:off x="4477608" y="802776"/>
            <a:ext cx="1301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 chains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4FE498-C54F-1C77-A8F2-3CE9FF6490D9}"/>
              </a:ext>
            </a:extLst>
          </p:cNvPr>
          <p:cNvSpPr txBox="1"/>
          <p:nvPr/>
        </p:nvSpPr>
        <p:spPr>
          <a:xfrm>
            <a:off x="491990" y="802776"/>
            <a:ext cx="212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preprocessing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6275055-E5E0-E1B8-6358-0A2E618BA3C2}"/>
              </a:ext>
            </a:extLst>
          </p:cNvPr>
          <p:cNvSpPr/>
          <p:nvPr/>
        </p:nvSpPr>
        <p:spPr>
          <a:xfrm>
            <a:off x="9119523" y="3466896"/>
            <a:ext cx="1466053" cy="121417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Literature search from PubMed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AD4F46-A16D-7301-5D52-413D834A7E4E}"/>
              </a:ext>
            </a:extLst>
          </p:cNvPr>
          <p:cNvSpPr txBox="1"/>
          <p:nvPr/>
        </p:nvSpPr>
        <p:spPr>
          <a:xfrm>
            <a:off x="8352201" y="802776"/>
            <a:ext cx="2284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Fill in gaps from tools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3A97AC1-FE0A-9469-ACFF-B7234CA55F03}"/>
              </a:ext>
            </a:extLst>
          </p:cNvPr>
          <p:cNvSpPr/>
          <p:nvPr/>
        </p:nvSpPr>
        <p:spPr>
          <a:xfrm>
            <a:off x="10663519" y="2030156"/>
            <a:ext cx="1466053" cy="1214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Fill in from training data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1B85D4C-B43E-04E2-6A5D-04A81657C67D}"/>
              </a:ext>
            </a:extLst>
          </p:cNvPr>
          <p:cNvSpPr/>
          <p:nvPr/>
        </p:nvSpPr>
        <p:spPr>
          <a:xfrm>
            <a:off x="4395145" y="2821909"/>
            <a:ext cx="1466053" cy="121417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Tool</a:t>
            </a:r>
          </a:p>
          <a:p>
            <a:pPr algn="ctr"/>
            <a:r>
              <a:rPr lang="en-US" sz="1200" dirty="0"/>
              <a:t>deliberation stage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277D27D-3140-79EC-D097-41C97FBA6E8F}"/>
              </a:ext>
            </a:extLst>
          </p:cNvPr>
          <p:cNvSpPr/>
          <p:nvPr/>
        </p:nvSpPr>
        <p:spPr>
          <a:xfrm>
            <a:off x="6048861" y="2821909"/>
            <a:ext cx="1466053" cy="121417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Use tool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DD6B44D-D59B-DAB6-F271-E0850097EE6F}"/>
              </a:ext>
            </a:extLst>
          </p:cNvPr>
          <p:cNvCxnSpPr>
            <a:cxnSpLocks/>
            <a:endCxn id="45" idx="4"/>
          </p:cNvCxnSpPr>
          <p:nvPr/>
        </p:nvCxnSpPr>
        <p:spPr>
          <a:xfrm>
            <a:off x="5128172" y="4036084"/>
            <a:ext cx="1653716" cy="1"/>
          </a:xfrm>
          <a:prstGeom prst="bentConnector4">
            <a:avLst>
              <a:gd name="adj1" fmla="val -271"/>
              <a:gd name="adj2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54CC67FC-8465-0927-6838-DC6508037C33}"/>
              </a:ext>
            </a:extLst>
          </p:cNvPr>
          <p:cNvCxnSpPr>
            <a:cxnSpLocks/>
            <a:stCxn id="45" idx="0"/>
            <a:endCxn id="44" idx="0"/>
          </p:cNvCxnSpPr>
          <p:nvPr/>
        </p:nvCxnSpPr>
        <p:spPr>
          <a:xfrm rot="16200000" flipV="1">
            <a:off x="5955030" y="1995051"/>
            <a:ext cx="12700" cy="165371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2886BB-901F-8A08-1155-678B0758763B}"/>
              </a:ext>
            </a:extLst>
          </p:cNvPr>
          <p:cNvCxnSpPr>
            <a:cxnSpLocks/>
            <a:stCxn id="13" idx="6"/>
            <a:endCxn id="44" idx="2"/>
          </p:cNvCxnSpPr>
          <p:nvPr/>
        </p:nvCxnSpPr>
        <p:spPr>
          <a:xfrm flipV="1">
            <a:off x="4165038" y="3428997"/>
            <a:ext cx="2301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7493B95D-42E5-91B9-AF61-3F01028D5685}"/>
              </a:ext>
            </a:extLst>
          </p:cNvPr>
          <p:cNvCxnSpPr>
            <a:cxnSpLocks/>
            <a:stCxn id="44" idx="4"/>
            <a:endCxn id="18" idx="0"/>
          </p:cNvCxnSpPr>
          <p:nvPr/>
        </p:nvCxnSpPr>
        <p:spPr>
          <a:xfrm rot="16200000" flipH="1">
            <a:off x="4785860" y="4378397"/>
            <a:ext cx="1475687" cy="791062"/>
          </a:xfrm>
          <a:prstGeom prst="bentConnector3">
            <a:avLst>
              <a:gd name="adj1" fmla="val 7685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0A64918-8EC4-1005-D578-89B5B312CB7B}"/>
              </a:ext>
            </a:extLst>
          </p:cNvPr>
          <p:cNvSpPr/>
          <p:nvPr/>
        </p:nvSpPr>
        <p:spPr>
          <a:xfrm>
            <a:off x="7592621" y="2030156"/>
            <a:ext cx="1466053" cy="121417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RAG search</a:t>
            </a:r>
          </a:p>
          <a:p>
            <a:pPr algn="ctr"/>
            <a:r>
              <a:rPr lang="en-US" sz="1200" dirty="0"/>
              <a:t>deliberation stage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AF0A76-AA77-DEE7-8E72-17BEC45C5AF1}"/>
              </a:ext>
            </a:extLst>
          </p:cNvPr>
          <p:cNvSpPr/>
          <p:nvPr/>
        </p:nvSpPr>
        <p:spPr>
          <a:xfrm>
            <a:off x="9119524" y="2030156"/>
            <a:ext cx="1466053" cy="121417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Literature search</a:t>
            </a:r>
          </a:p>
          <a:p>
            <a:pPr algn="ctr"/>
            <a:r>
              <a:rPr lang="en-US" sz="1200" dirty="0"/>
              <a:t>deliberation stage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D7F0EA3F-A81B-21DC-5514-6B4CB7B3A84B}"/>
              </a:ext>
            </a:extLst>
          </p:cNvPr>
          <p:cNvCxnSpPr>
            <a:cxnSpLocks/>
            <a:stCxn id="44" idx="7"/>
            <a:endCxn id="22" idx="0"/>
          </p:cNvCxnSpPr>
          <p:nvPr/>
        </p:nvCxnSpPr>
        <p:spPr>
          <a:xfrm rot="5400000" flipH="1" flipV="1">
            <a:off x="6501292" y="1175365"/>
            <a:ext cx="969565" cy="2679148"/>
          </a:xfrm>
          <a:prstGeom prst="bentConnector3">
            <a:avLst>
              <a:gd name="adj1" fmla="val 12357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FE466A4-3AC7-A35B-2C31-A3FE51D4E122}"/>
              </a:ext>
            </a:extLst>
          </p:cNvPr>
          <p:cNvCxnSpPr>
            <a:cxnSpLocks/>
            <a:stCxn id="22" idx="0"/>
            <a:endCxn id="29" idx="0"/>
          </p:cNvCxnSpPr>
          <p:nvPr/>
        </p:nvCxnSpPr>
        <p:spPr>
          <a:xfrm rot="5400000" flipH="1" flipV="1">
            <a:off x="9089099" y="1266705"/>
            <a:ext cx="12700" cy="1526903"/>
          </a:xfrm>
          <a:prstGeom prst="bentConnector3">
            <a:avLst>
              <a:gd name="adj1" fmla="val 184767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5591700-A4D0-FCEE-F470-4F771DC37AA6}"/>
              </a:ext>
            </a:extLst>
          </p:cNvPr>
          <p:cNvCxnSpPr>
            <a:cxnSpLocks/>
            <a:stCxn id="29" idx="0"/>
            <a:endCxn id="31" idx="0"/>
          </p:cNvCxnSpPr>
          <p:nvPr/>
        </p:nvCxnSpPr>
        <p:spPr>
          <a:xfrm rot="5400000" flipH="1" flipV="1">
            <a:off x="10624548" y="1258159"/>
            <a:ext cx="12700" cy="1543995"/>
          </a:xfrm>
          <a:prstGeom prst="bentConnector3">
            <a:avLst>
              <a:gd name="adj1" fmla="val 184768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E6A970C-60C6-8E3C-9119-0B974E524830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 flipH="1">
            <a:off x="7807318" y="3066520"/>
            <a:ext cx="1" cy="578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43E7F0B-8504-34EC-96EA-0E91F5093D14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H="1">
            <a:off x="9334221" y="3066520"/>
            <a:ext cx="1" cy="578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0F0CF05-D7D6-5E49-72F7-5397DB7219CF}"/>
              </a:ext>
            </a:extLst>
          </p:cNvPr>
          <p:cNvCxnSpPr>
            <a:cxnSpLocks/>
            <a:stCxn id="24" idx="7"/>
            <a:endCxn id="22" idx="5"/>
          </p:cNvCxnSpPr>
          <p:nvPr/>
        </p:nvCxnSpPr>
        <p:spPr>
          <a:xfrm flipV="1">
            <a:off x="8843975" y="3066520"/>
            <a:ext cx="1" cy="578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9D631E1-45AA-0BD9-B794-CF9DACDD4DBB}"/>
              </a:ext>
            </a:extLst>
          </p:cNvPr>
          <p:cNvCxnSpPr>
            <a:cxnSpLocks/>
            <a:stCxn id="28" idx="7"/>
            <a:endCxn id="29" idx="5"/>
          </p:cNvCxnSpPr>
          <p:nvPr/>
        </p:nvCxnSpPr>
        <p:spPr>
          <a:xfrm flipV="1">
            <a:off x="10370878" y="3066520"/>
            <a:ext cx="1" cy="578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78AD2A00-7B24-59B9-C535-5E7578862B53}"/>
              </a:ext>
            </a:extLst>
          </p:cNvPr>
          <p:cNvCxnSpPr>
            <a:cxnSpLocks/>
            <a:stCxn id="31" idx="4"/>
            <a:endCxn id="18" idx="6"/>
          </p:cNvCxnSpPr>
          <p:nvPr/>
        </p:nvCxnSpPr>
        <p:spPr>
          <a:xfrm rot="5400000">
            <a:off x="7587139" y="2309453"/>
            <a:ext cx="2874528" cy="47442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9FA865A2-136D-167C-92A0-FEB2F1D2B877}"/>
              </a:ext>
            </a:extLst>
          </p:cNvPr>
          <p:cNvCxnSpPr>
            <a:cxnSpLocks/>
            <a:stCxn id="29" idx="6"/>
            <a:endCxn id="18" idx="6"/>
          </p:cNvCxnSpPr>
          <p:nvPr/>
        </p:nvCxnSpPr>
        <p:spPr>
          <a:xfrm flipH="1">
            <a:off x="6652260" y="2637244"/>
            <a:ext cx="3933317" cy="3481616"/>
          </a:xfrm>
          <a:prstGeom prst="bentConnector3">
            <a:avLst>
              <a:gd name="adj1" fmla="val -119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412844E8-6E44-28E4-9F6D-81CBBB91066E}"/>
              </a:ext>
            </a:extLst>
          </p:cNvPr>
          <p:cNvCxnSpPr>
            <a:cxnSpLocks/>
            <a:stCxn id="22" idx="6"/>
            <a:endCxn id="18" idx="6"/>
          </p:cNvCxnSpPr>
          <p:nvPr/>
        </p:nvCxnSpPr>
        <p:spPr>
          <a:xfrm flipH="1">
            <a:off x="6652260" y="2637244"/>
            <a:ext cx="2406414" cy="3481616"/>
          </a:xfrm>
          <a:prstGeom prst="bentConnector3">
            <a:avLst>
              <a:gd name="adj1" fmla="val -144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3CA0C529-8BB7-1450-ECEA-D4B55D1689E6}"/>
              </a:ext>
            </a:extLst>
          </p:cNvPr>
          <p:cNvCxnSpPr>
            <a:cxnSpLocks/>
            <a:stCxn id="4" idx="0"/>
            <a:endCxn id="22" idx="0"/>
          </p:cNvCxnSpPr>
          <p:nvPr/>
        </p:nvCxnSpPr>
        <p:spPr>
          <a:xfrm rot="5400000" flipH="1" flipV="1">
            <a:off x="4499973" y="-1003765"/>
            <a:ext cx="791754" cy="6859596"/>
          </a:xfrm>
          <a:prstGeom prst="bentConnector3">
            <a:avLst>
              <a:gd name="adj1" fmla="val 12887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A52F3018-8359-78D3-0BA7-68FADE25F530}"/>
              </a:ext>
            </a:extLst>
          </p:cNvPr>
          <p:cNvSpPr txBox="1"/>
          <p:nvPr/>
        </p:nvSpPr>
        <p:spPr>
          <a:xfrm>
            <a:off x="1321193" y="1423068"/>
            <a:ext cx="5185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asked directly to perform a RAG/literature search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BCA147-35A9-479F-2420-83DE35EFB588}"/>
              </a:ext>
            </a:extLst>
          </p:cNvPr>
          <p:cNvSpPr txBox="1"/>
          <p:nvPr/>
        </p:nvSpPr>
        <p:spPr>
          <a:xfrm>
            <a:off x="6796051" y="6083044"/>
            <a:ext cx="4295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response answers the original query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667054A-044E-1710-0F3D-BAC35B844B49}"/>
              </a:ext>
            </a:extLst>
          </p:cNvPr>
          <p:cNvSpPr txBox="1"/>
          <p:nvPr/>
        </p:nvSpPr>
        <p:spPr>
          <a:xfrm>
            <a:off x="5670507" y="1745240"/>
            <a:ext cx="2361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tools’ responses</a:t>
            </a:r>
          </a:p>
          <a:p>
            <a:r>
              <a:rPr lang="en-US" dirty="0"/>
              <a:t>are insufficient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19A34CE-C062-284C-5932-A228F82AF342}"/>
              </a:ext>
            </a:extLst>
          </p:cNvPr>
          <p:cNvSpPr txBox="1"/>
          <p:nvPr/>
        </p:nvSpPr>
        <p:spPr>
          <a:xfrm>
            <a:off x="2652372" y="4378052"/>
            <a:ext cx="2533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response answers</a:t>
            </a:r>
          </a:p>
          <a:p>
            <a:r>
              <a:rPr lang="en-US" dirty="0"/>
              <a:t>the original query</a:t>
            </a:r>
          </a:p>
        </p:txBody>
      </p:sp>
    </p:spTree>
    <p:extLst>
      <p:ext uri="{BB962C8B-B14F-4D97-AF65-F5344CB8AC3E}">
        <p14:creationId xmlns:p14="http://schemas.microsoft.com/office/powerpoint/2010/main" val="3805428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76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NIEHS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Combs, Parker (NIH/NIEHS) [C]</dc:creator>
  <cp:lastModifiedBy>Combs, Parker (NIH/NIEHS) [C]</cp:lastModifiedBy>
  <cp:revision>49</cp:revision>
  <dcterms:created xsi:type="dcterms:W3CDTF">2025-03-19T13:33:47Z</dcterms:created>
  <dcterms:modified xsi:type="dcterms:W3CDTF">2025-03-21T20:44:11Z</dcterms:modified>
</cp:coreProperties>
</file>